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" pitchFamily="2" charset="0"/>
      <p:regular r:id="rId13"/>
      <p:bold r:id="rId14"/>
    </p:embeddedFont>
    <p:embeddedFont>
      <p:font typeface="Libre Baskerville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18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85308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1579513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6" name="Text 2"/>
          <p:cNvSpPr/>
          <p:nvPr/>
        </p:nvSpPr>
        <p:spPr>
          <a:xfrm>
            <a:off x="746447" y="22244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946053" y="1579513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8" name="Text 4"/>
          <p:cNvSpPr/>
          <p:nvPr/>
        </p:nvSpPr>
        <p:spPr>
          <a:xfrm>
            <a:off x="3196456" y="22244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946053" y="2530971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721048" y="3112145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11" name="Text 7"/>
          <p:cNvSpPr/>
          <p:nvPr/>
        </p:nvSpPr>
        <p:spPr>
          <a:xfrm>
            <a:off x="1971452" y="37570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721048" y="4063603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778"/>
            <a:ext cx="45365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7638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11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17638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1127"/>
            <a:ext cx="20686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50134"/>
            <a:ext cx="18465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41191"/>
            <a:ext cx="400496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50134"/>
            <a:ext cx="1883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0542"/>
            <a:ext cx="51516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119" y="1695599"/>
            <a:ext cx="4752677" cy="22980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99435" y="1695599"/>
            <a:ext cx="3053135" cy="1419225"/>
          </a:xfrm>
          <a:prstGeom prst="roundRect">
            <a:avLst>
              <a:gd name="adj" fmla="val 4195"/>
            </a:avLst>
          </a:prstGeom>
          <a:solidFill>
            <a:srgbClr val="F3E4B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194" y="1889150"/>
            <a:ext cx="221456" cy="1771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04409" y="18727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104409" y="2235994"/>
            <a:ext cx="240640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599435" y="3274293"/>
            <a:ext cx="3053135" cy="829196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194" y="3489350"/>
            <a:ext cx="177180" cy="1417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60132" y="3451473"/>
            <a:ext cx="245067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00771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10629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96119" y="2492573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0881" y="2497336"/>
            <a:ext cx="4713238" cy="816843"/>
          </a:xfrm>
          <a:prstGeom prst="roundRect">
            <a:avLst>
              <a:gd name="adj" fmla="val 7289"/>
            </a:avLst>
          </a:prstGeom>
          <a:solidFill>
            <a:srgbClr val="F7EDD4"/>
          </a:solidFill>
          <a:ln/>
        </p:spPr>
      </p:sp>
      <p:sp>
        <p:nvSpPr>
          <p:cNvPr id="8" name="Text 4"/>
          <p:cNvSpPr/>
          <p:nvPr/>
        </p:nvSpPr>
        <p:spPr>
          <a:xfrm>
            <a:off x="642640" y="26390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2640" y="294560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0881" y="3314179"/>
            <a:ext cx="4713238" cy="816843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11" name="Shape 7"/>
          <p:cNvSpPr/>
          <p:nvPr/>
        </p:nvSpPr>
        <p:spPr>
          <a:xfrm>
            <a:off x="500881" y="3314179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12" name="Text 8"/>
          <p:cNvSpPr/>
          <p:nvPr/>
        </p:nvSpPr>
        <p:spPr>
          <a:xfrm>
            <a:off x="642640" y="3455938"/>
            <a:ext cx="2000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2640" y="376244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5488"/>
            <a:ext cx="345139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119" y="1212205"/>
            <a:ext cx="2346350" cy="23463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702769"/>
            <a:ext cx="189309" cy="16832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63" y="3702769"/>
            <a:ext cx="189309" cy="16832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08" y="3702769"/>
            <a:ext cx="189309" cy="16832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952" y="3702769"/>
            <a:ext cx="189309" cy="16832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897" y="3702769"/>
            <a:ext cx="189309" cy="16832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678186" y="3723308"/>
            <a:ext cx="168325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2"/>
          <p:cNvSpPr/>
          <p:nvPr/>
        </p:nvSpPr>
        <p:spPr>
          <a:xfrm>
            <a:off x="496119" y="4008462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1300" dirty="0"/>
          </a:p>
        </p:txBody>
      </p:sp>
      <p:sp>
        <p:nvSpPr>
          <p:cNvPr id="11" name="Text 3"/>
          <p:cNvSpPr/>
          <p:nvPr/>
        </p:nvSpPr>
        <p:spPr>
          <a:xfrm>
            <a:off x="496119" y="4362748"/>
            <a:ext cx="246987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0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9371" y="1212205"/>
            <a:ext cx="2341141" cy="2341141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371" y="3697560"/>
            <a:ext cx="189309" cy="168325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315" y="3697560"/>
            <a:ext cx="189309" cy="168325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260" y="3697560"/>
            <a:ext cx="189309" cy="168325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204" y="3697560"/>
            <a:ext cx="189309" cy="168325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149" y="3697560"/>
            <a:ext cx="189309" cy="168325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>
            <a:off x="4481438" y="3718099"/>
            <a:ext cx="168325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5"/>
          <p:cNvSpPr/>
          <p:nvPr/>
        </p:nvSpPr>
        <p:spPr>
          <a:xfrm>
            <a:off x="3299371" y="4003253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1300" dirty="0"/>
          </a:p>
        </p:txBody>
      </p:sp>
      <p:sp>
        <p:nvSpPr>
          <p:cNvPr id="20" name="Text 6"/>
          <p:cNvSpPr/>
          <p:nvPr/>
        </p:nvSpPr>
        <p:spPr>
          <a:xfrm>
            <a:off x="3299371" y="4357539"/>
            <a:ext cx="246987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05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2623" y="1212205"/>
            <a:ext cx="2336825" cy="2336825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623" y="3693244"/>
            <a:ext cx="189309" cy="168325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567" y="3693244"/>
            <a:ext cx="189309" cy="168325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512" y="3693244"/>
            <a:ext cx="189309" cy="168325"/>
          </a:xfrm>
          <a:prstGeom prst="rect">
            <a:avLst/>
          </a:prstGeom>
        </p:spPr>
      </p:pic>
      <p:pic>
        <p:nvPicPr>
          <p:cNvPr id="25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456" y="3693244"/>
            <a:ext cx="189309" cy="168325"/>
          </a:xfrm>
          <a:prstGeom prst="rect">
            <a:avLst/>
          </a:prstGeom>
        </p:spPr>
      </p:pic>
      <p:pic>
        <p:nvPicPr>
          <p:cNvPr id="26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4401" y="3693244"/>
            <a:ext cx="189309" cy="168325"/>
          </a:xfrm>
          <a:prstGeom prst="rect">
            <a:avLst/>
          </a:prstGeom>
        </p:spPr>
      </p:pic>
      <p:sp>
        <p:nvSpPr>
          <p:cNvPr id="27" name="Text 7"/>
          <p:cNvSpPr/>
          <p:nvPr/>
        </p:nvSpPr>
        <p:spPr>
          <a:xfrm>
            <a:off x="7284690" y="3713783"/>
            <a:ext cx="168325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8"/>
          <p:cNvSpPr/>
          <p:nvPr/>
        </p:nvSpPr>
        <p:spPr>
          <a:xfrm>
            <a:off x="6102623" y="399893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1300" dirty="0"/>
          </a:p>
        </p:txBody>
      </p:sp>
      <p:sp>
        <p:nvSpPr>
          <p:cNvPr id="29" name="Text 9"/>
          <p:cNvSpPr/>
          <p:nvPr/>
        </p:nvSpPr>
        <p:spPr>
          <a:xfrm>
            <a:off x="6102623" y="4353223"/>
            <a:ext cx="255470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184"/>
            <a:ext cx="52622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119" y="1346225"/>
            <a:ext cx="5177582" cy="31064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4339" y="1309241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05289" y="1309241"/>
            <a:ext cx="76200" cy="91164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6242298" y="14700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42298" y="1833265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$65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average purchase amount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24339" y="2362646"/>
            <a:ext cx="2628230" cy="911647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05289" y="2362646"/>
            <a:ext cx="76200" cy="91164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6242298" y="25234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42298" y="2886670"/>
            <a:ext cx="22494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$58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average purchase amount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24339" y="3433762"/>
            <a:ext cx="2628230" cy="1056010"/>
          </a:xfrm>
          <a:prstGeom prst="roundRect">
            <a:avLst>
              <a:gd name="adj" fmla="val 5638"/>
            </a:avLst>
          </a:prstGeom>
          <a:solidFill>
            <a:srgbClr val="B6D6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3648819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85037" y="3610942"/>
            <a:ext cx="20257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12% more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 transaction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2269"/>
            <a:ext cx="369957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23776" y="2420169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458" y="1534195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637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414434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0090" y="2420169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2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8772" y="1534195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5952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414434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76405" y="2420169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2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5086" y="1534195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266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414434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9322"/>
            <a:ext cx="44252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46" y="1704380"/>
            <a:ext cx="643979" cy="504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2121" y="188676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935584" y="1846138"/>
            <a:ext cx="79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829246" y="2217539"/>
            <a:ext cx="2534394" cy="9525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56" y="2244775"/>
            <a:ext cx="1287959" cy="5049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2121" y="2372692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2257574" y="2386533"/>
            <a:ext cx="109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2151236" y="2757934"/>
            <a:ext cx="2212404" cy="9525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67" y="2785170"/>
            <a:ext cx="1931938" cy="5049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2121" y="2913087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2579563" y="2926928"/>
            <a:ext cx="109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749701" y="16866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749701" y="2049884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749701" y="24184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749701" y="2781672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749701" y="31502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749701" y="3513460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6119" y="402728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629073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629073"/>
            <a:ext cx="1800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93558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44591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4459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75242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26275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262759"/>
            <a:ext cx="17870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5692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5119" y="4079602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4079602"/>
            <a:ext cx="17976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56658" y="43861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275</Words>
  <Application>Microsoft Office PowerPoint</Application>
  <PresentationFormat>On-screen Show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DM Sans</vt:lpstr>
      <vt:lpstr>Arial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nikhil lashkar</cp:lastModifiedBy>
  <cp:revision>2</cp:revision>
  <dcterms:created xsi:type="dcterms:W3CDTF">2026-05-15T07:22:09Z</dcterms:created>
  <dcterms:modified xsi:type="dcterms:W3CDTF">2026-05-15T07:33:16Z</dcterms:modified>
</cp:coreProperties>
</file>